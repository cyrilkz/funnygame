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B04DF2-BC27-46DA-8E2A-F5C29DD618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ACFCF46-B5E2-47BB-8B13-DA8B77F5BA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AB1081-AB92-467B-91FA-9DF43998E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C19A7-7BC3-402A-8946-ADDDBC0FEA18}" type="datetimeFigureOut">
              <a:rPr lang="zh-CN" altLang="en-US" smtClean="0"/>
              <a:t>2019/7/23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43018F-3384-41F6-9C84-E6027C650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564C215-67D9-4A29-92F2-F174971C3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64531-2552-477B-A158-EBFB2889A7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6806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4473A5-22D9-42BA-A71F-B0EB339F4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FF1F40-A1F9-4223-8879-E86DF8B5AC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359232-E9FD-4E1C-B007-2EEA7911F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C19A7-7BC3-402A-8946-ADDDBC0FEA18}" type="datetimeFigureOut">
              <a:rPr lang="zh-CN" altLang="en-US" smtClean="0"/>
              <a:t>2019/7/23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B0431E-5B4C-46A6-B899-00BD380C2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56D346-C0F9-42AD-A192-0E36462BC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64531-2552-477B-A158-EBFB2889A7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8303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82D064-429E-4715-9A94-7FE8190DB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2AD34C6-6AE1-471B-94A4-E3BA5EDF9F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09FE43-018C-4433-806D-D13796F91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C19A7-7BC3-402A-8946-ADDDBC0FEA18}" type="datetimeFigureOut">
              <a:rPr lang="zh-CN" altLang="en-US" smtClean="0"/>
              <a:t>2019/7/23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6C97C1A-AE47-4B62-BE87-5EB336815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35F0F3-A928-4CF4-B675-DFC44EFD0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64531-2552-477B-A158-EBFB2889A7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361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941953-E9DB-4F36-958B-8178229F9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850DBE-8688-44AF-9D56-461BDAA001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0F28708-00DE-4F6A-ADA9-FC86530C52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50173F4-69A8-4CBC-9700-0B9CFEE56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C19A7-7BC3-402A-8946-ADDDBC0FEA18}" type="datetimeFigureOut">
              <a:rPr lang="zh-CN" altLang="en-US" smtClean="0"/>
              <a:t>2019/7/23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8E0FB36-8412-4635-96A3-8FC71F16E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B6256F2-04AA-42D6-9420-23EAD89DC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64531-2552-477B-A158-EBFB2889A7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835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9787EF-BFDC-4B27-BA92-850091735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7387442-949D-480A-AFF9-DEE51EFB20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7370165-1C30-463F-B14F-3E191B8EE1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9F6D218-12D5-4A03-B4B3-F3113D1082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68854AC-D51A-4AC9-BF25-B58B535528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CD5FB16-FC82-4140-9787-9D46A9DE8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C19A7-7BC3-402A-8946-ADDDBC0FEA18}" type="datetimeFigureOut">
              <a:rPr lang="zh-CN" altLang="en-US" smtClean="0"/>
              <a:t>2019/7/23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C0490D4-B2D1-4C6A-AAB2-1E24D1142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ECF2E4E-15EE-4A10-B45D-69360A0A8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64531-2552-477B-A158-EBFB2889A7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243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94FDE0-8249-4EDF-9EEA-E7270E52E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99E43B7-95B5-427E-AD55-62C413A74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C19A7-7BC3-402A-8946-ADDDBC0FEA18}" type="datetimeFigureOut">
              <a:rPr lang="zh-CN" altLang="en-US" smtClean="0"/>
              <a:t>2019/7/23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5EF3710-F81D-4BF6-824C-09768484F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6B35F8D-0E9F-4D47-9029-CB28D2500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64531-2552-477B-A158-EBFB2889A7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0004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4E552AD-B56E-4B38-8E83-DA633D423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C19A7-7BC3-402A-8946-ADDDBC0FEA18}" type="datetimeFigureOut">
              <a:rPr lang="zh-CN" altLang="en-US" smtClean="0"/>
              <a:t>2019/7/23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FBB01DF-7DFE-4100-BCE3-7920D0AE1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C9E9F1D-5796-45C0-AB06-C9676B55F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64531-2552-477B-A158-EBFB2889A7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1485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069EED-46BD-4E3D-8701-296309C71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23B3CDB-BB01-4A79-8E57-1B51BC7AD9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1F11F5E-C773-40F3-B449-7195ED3A5E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8B58ECA-CF49-4985-9629-955B093F5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C19A7-7BC3-402A-8946-ADDDBC0FEA18}" type="datetimeFigureOut">
              <a:rPr lang="zh-CN" altLang="en-US" smtClean="0"/>
              <a:t>2019/7/23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49A1AE2-3FDD-48F0-87FB-3650DC4CA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25EA12A-2C90-49A1-B0D0-9F2AB819B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64531-2552-477B-A158-EBFB2889A7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8713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D0B277-828E-484E-9EF6-04399C78E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0CCCD45-6FAC-45BE-BF6F-DC48648705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7EBF7E0-222C-46EA-9D8B-6277EDB613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60A9341-8FE9-401D-BB7C-51C95B50D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C19A7-7BC3-402A-8946-ADDDBC0FEA18}" type="datetimeFigureOut">
              <a:rPr lang="zh-CN" altLang="en-US" smtClean="0"/>
              <a:t>2019/7/23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2A37920-CEBF-41D8-B1D2-B49BA89D5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1CC44C1-9AB3-4FE1-99AB-903C7F72D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64531-2552-477B-A158-EBFB2889A7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4705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313D50-CB97-4796-8355-2E77D566F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08AA8A7-709D-4AAD-86E2-C80775524E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E896A69-5326-4BD9-A895-AA8C7B980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C19A7-7BC3-402A-8946-ADDDBC0FEA18}" type="datetimeFigureOut">
              <a:rPr lang="zh-CN" altLang="en-US" smtClean="0"/>
              <a:t>2019/7/23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896E00-467D-4739-AD95-EA49974C8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BFEF32-1402-489C-949E-83FC69AC2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64531-2552-477B-A158-EBFB2889A7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7365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90D2E50-8B0E-4102-9820-0F9065B33D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07CE554-85E7-4FBE-A823-D1F485F327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CBF298-4A60-4BA9-B696-83333DEF8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C19A7-7BC3-402A-8946-ADDDBC0FEA18}" type="datetimeFigureOut">
              <a:rPr lang="zh-CN" altLang="en-US" smtClean="0"/>
              <a:t>2019/7/23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A9525BF-FD7D-4F62-A304-250E01963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E423D55-6299-4A2B-B4BD-E66E283A1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64531-2552-477B-A158-EBFB2889A7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7938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2E502EE-B1BF-407E-BFDB-2C39740B4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DECF738-98EB-4ED6-BE91-20A4CBC539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D84491-07F4-4AB1-8AFD-A193070FCA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0C19A7-7BC3-402A-8946-ADDDBC0FEA18}" type="datetimeFigureOut">
              <a:rPr lang="zh-CN" altLang="en-US" smtClean="0"/>
              <a:t>2019/7/23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9DB75B-93CE-45A8-A514-EB5D7D850B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36D26C-A72F-4527-BD44-03ED647320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264531-2552-477B-A158-EBFB2889A7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2730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7A0FE8-5D62-47EC-A831-E4E49D6601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99A6239-9057-43BF-909B-057FC7C49A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9543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859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骆 炳君</dc:creator>
  <cp:lastModifiedBy>骆 炳君</cp:lastModifiedBy>
  <cp:revision>2</cp:revision>
  <dcterms:created xsi:type="dcterms:W3CDTF">2019-07-23T12:41:10Z</dcterms:created>
  <dcterms:modified xsi:type="dcterms:W3CDTF">2019-07-24T03:00:41Z</dcterms:modified>
</cp:coreProperties>
</file>